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887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06B6D4"/>
                </a:solidFill>
                <a:latin typeface="Arial"/>
              </a:defRPr>
            </a:pPr>
            <a:r>
              <a:t>SentinelAI</a:t>
            </a:r>
          </a:p>
          <a:p>
            <a:pPr>
              <a:spcAft>
                <a:spcPts val="2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National Digital Public Safety Intelligence Platform</a:t>
            </a:r>
          </a:p>
          <a:p>
            <a:pPr>
              <a:defRPr sz="1200">
                <a:solidFill>
                  <a:srgbClr val="A855F7"/>
                </a:solidFill>
                <a:latin typeface="Arial"/>
              </a:defRPr>
            </a:pPr>
            <a:r>
              <a:t>Smart India Hackathon 2024 · Ministry of Home Affairs / I4C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Public Safety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🚨 Digital Arrest Impersonation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    Fraud networks call victims posing as law enforcement (CBI, Customs, ED, TRAI) requesting video custody and illegal money transfers.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💵 Counterfeit Currency Flow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    Distribution of high-fidelity counterfeit banknotes that bypass standard validation controls at the citizen/merchant level.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🕸️ Organized Mule Networks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    Layered bank accounts and cloned SIM card structures transfer fraud proceeds out of state boundaries within minutes.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🛡️ Lack of Real-Time Coordination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    Citizens, local police, financial institutions, and telecom operators work in isolated silos with high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SentinelAI Monolith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1887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Unified Frontend UI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Next.js 16 + React 19 single-page dashboard serving Citizens, Police Command, Bank Officers, and Telecom operators.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Monolithic API Layer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FastAPI Python backend with SQLAlchemy ORM context matching for fast query resolution.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Dual Database Engines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SQLite local engine (kavach.db) for secure tabular records storage and Neo4j Desktop Graph database for mapping connections.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Neo4j Failover Logic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Graceful mock fallback engine ensures continuous Police Center network visualizations even if the graph DB is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KAVACH AI Modules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🎙️ KAVACH-VOICE (Scam Classifier)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IndicBERT + Whisper v3 + ECAPA-TDNN ensemble detecting arrest, banking, and courier scams in 12 Indian languages.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💵 KAVACH-CURRENCY (Counterfeit)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YOLOv11 object localization &amp; EfficientNet-B4 texture parallel feature extraction via mobile camera validations.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🕸️ KAVACH-NET (GNN Fraud Graph)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GraphSAGE &amp; Graph Attention Networks (GAT) analyzing multi-hop transaction trails for mule account rings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🗺️ KAVACH-GEO (Spatial Forecasting)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ST-GCN + Prophet predicting location crime hotspots and calculating police routing index optimizations.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🔮 KAVACH-PREDICT (Mule Detector)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XGBoost and Isolation Forest scoring real-time transactions and broadcasting victim safety prompts.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🧠 KAVACH-AGENT (Autonomous Controller)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LangGraph multi-agent pipeline executing evidence aggregation, fraud updates, bank holds, and police reports in &lt;5m.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Proactive Response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1. Citizen Reporting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Report submitted via Mobile Dashboard (Text description, Audio recording, Counterfeit photo) triggering immediate asynchronous backend AI workers.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2. Real-Time Scam &amp; Graph Analysis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KAVACH-VOICE verifies scams while KAVACH-NET maps related phone/bank account connections in Neo4j database.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3. Automated Action Triggering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FastAPI server broadcasts instant warning webhooks to Bank portals (initiating holds on accounts) and Telecom interfaces (SIM disconnections).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4. Court-Admissible Police Brief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Platform automatically compiles standard case dossiers containing chronological transaction traces, voice scores, and maps for police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Production-Grade AI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🔊 Scam Detection F1-Score: 94.3%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Using IndicBERT + RoBERTa to handle 12 major Indian languages effectively.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💰 Currency Verification Accuracy: 99.1%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YOLOv11 localized security thread check combined with EfficientNet texture checking.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🕸️ GNN Fraud Network AUC: 0.97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GraphSAGE model trained to distinguish high-risk transaction rings from clean accounts.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⚡ P95 API Latency: &lt;500ms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Optimized database indices and FastAPI async routines ensuring SIH demo speed.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🧠 End-to-End Incident Auto-Action: &lt;5 min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LangGraph agents handling complaints, warning alerts, and automated account blocks.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