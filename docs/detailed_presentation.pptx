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887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000" b="1">
                <a:solidFill>
                  <a:srgbClr val="06B6D4"/>
                </a:solidFill>
                <a:latin typeface="Arial"/>
              </a:defRPr>
            </a:pPr>
            <a:r>
              <a:t>SentinelAI</a:t>
            </a:r>
          </a:p>
          <a:p>
            <a:pPr>
              <a:spcAft>
                <a:spcPts val="2500"/>
              </a:spcAft>
              <a:defRPr sz="1800" b="1">
                <a:solidFill>
                  <a:srgbClr val="F8FAFC"/>
                </a:solidFill>
                <a:latin typeface="Arial"/>
              </a:defRPr>
            </a:pPr>
            <a:r>
              <a:t>AI-Powered Digital Public Safety Platform for Proactive Cyber-Fraud Mitigation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Abstract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Executive Summary of the SentinelAI Initiative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  <a:defRPr sz="1400">
                <a:solidFill>
                  <a:srgbClr val="F8FAFC"/>
                </a:solidFill>
                <a:latin typeface="Arial"/>
              </a:defRPr>
            </a:pPr>
            <a:r>
              <a:t>SentinelAI represents a unified, next-generation digital public safety platform built to tackle high-impact financial cybercrimes in India. The solution addresses critical public security challenges including digital arrest scams, counterfeit currency circulation, and structured money mule fraud rings. By leveraging a multi-agent orchestrated architecture, the platform closes the communication gap between citizens, law enforcement, banking portals, and telecom operators. The primary goal is reducing response latency from days to under 5 minutes, mitigating financial losses, and establishing court-admissible forensic intelligence files autonomously.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Introduction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Background &amp; Current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The Surge in Financial Cybercrime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India lost over ₹1,776 Crore to digital arrest and transaction frauds in H1 2024 alone, targeting vulnerable demographics.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Organized Exploits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Scammers coordinate using spoofed caller IDs, burner SIM clusters, and rented bank accounts (mules) to quickly disperse funds.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Technical Coordination Deficit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Critical agencies operate in silos. Dispersing transaction hold requests and disjoining scam numbers requires manual, high-latency processes.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Our Solution Objective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Introduce a real-time, AI-driven, and multi-actor unified portal to detect, flag, analyze, and block fraud paths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Existing Systems &amp; Limitations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Analysing Current Security Vulnerabilities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Reactive Reporting Portals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Platforms like cybercrime.gov.in act primarily as record-keeping systems with delayed manually-processed actions.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Siloed Operations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Telecom block lists, bank account freezing processes, and police investigation files are completely disconnected.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Lack of Real-Time AI Analysis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Scam audio records, spoofed caller patterns, and fake notes are checked manually, leading to low conviction rates.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Low Asset Recovery Rate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By the time a complaint is manually reviewed (typically 24-72 hours), funds are already withdrawn or laundered.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Proposed SentinelAI Model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System Architecture &amp; Connected Flow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18872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18872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Multi-Role Monolith UI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Next.js 16 portals for Citizen reporting, Police Command investigation, Bank hold management, and Telecom disconnects.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KAVACH AI Core Engines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FastAPI background workers running voice scam classification, GNN transaction graphs, and H3 crime hotspot forecasts.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  <a:latin typeface="Arial"/>
              </a:defRPr>
            </a:pPr>
            <a:r>
              <a:t>Immediate Webhook Triggers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Arial"/>
              </a:defRPr>
            </a:pPr>
            <a:r>
              <a:t>Automatic account hold flags sent directly to Bank endpoints and blocked SIM alerts to Telecom carriers.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Dataset Specifications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AI Training Inputs &amp; Feature Configurations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Multilingual Scam Text &amp; Audio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Trained on 35+ categories of Indian voice transcripts (covering digital arrest, courier scams) in 12 regional languages.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Bank Transaction Logs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Tabular dataset tracking transfers, velocity thresholds, account opening latency, and metadata defining mule characteristics.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Bank Note Security Features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Database of high-resolution banknote templates specifying security threads, watermarks, UV signatures, and serial shapes.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Geospatial Coordinate Indices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Historical crime report coordinates labeled with timestamp data, mapped onto H3 hexagon cells for space-time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Proposed Model Results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System Accuracy &amp; Response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🔊 Scam Audio/Text Classification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94.3% F1-score utilizing IndicBERT and pre-trained RoBERTa NLP models for Indian accents.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💵 Banknote Counterfeit Detection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99.1% check accuracy combining YOLOv11 boundary markers and EfficientNet-B4 texture checks.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🕸️ GNN Transaction Graph AUC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0.97 Area Under Curve (AUC) on GraphSAGE node classification for active money mule rings.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⚡ Response Latency Optimization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P95 API latency under 500ms using async FastAPI routes; end-to-end webhook execution complete in under 5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Comparison Analysis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Traditional Portals vs. SentinelAI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371600"/>
          <a:ext cx="77724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80360"/>
                <a:gridCol w="2880360"/>
              </a:tblGrid>
              <a:tr h="60350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Existing Portals (e.g. 1930 Portal)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Proposed SentinelAI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Action Latency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24 to 72 Hours (Manual review)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Under 5 Minutes (Autonomous webhooks)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Cross-Agency Links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Siloed, requires paperwork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Automated (Instant Bank/Telecom hooks)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AI Analytics Core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None (Citizen forms only)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IndicBERT Voice, GNN graphs, YOLOv11 check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Police Investigation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Static list of entries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Interactive Neo4j graphs &amp; H3 Hotspots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Sustainable Development Goals Alignment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How SentinelAI Maps to United Nations SDGs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Goal 16: Peace, Justice &amp; Strong Institutions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SentinelAI strengthens national security frameworks, reduces digital extortion/fraud, and creates automated, tamper-proof police briefs.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Goal 9: Industry, Innovation &amp; Infrastructure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Builds highly resilient, state-of-the-art technological infrastructures and safe digital communication rails for the public safety ecosystem.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Goal 8: Decent Work &amp; Economic Growth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Protects the financial assets of citizens, micro-merchants, and banks, preserving trust in digital financial transactions and promoting economic stability.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Summary of Achievements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Mitigation of High-Risk Scams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Successfully automates digital arrest detection and provides real-time warnings to targets, neutralizing scams at the entry point.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Minimized Reaction Gap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Replaces legacy manual reporting pipelines with reactive webhook architectures, keeping funds safe within the banking network.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Ready for Scale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The local monolith codebase runs securely, consumes minimal host resources, and handles load effectively with fallback resilience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6B6D4"/>
                </a:solidFill>
                <a:latin typeface="Arial"/>
              </a:defRPr>
            </a:pPr>
            <a:r>
              <a:t>Future Scope</a:t>
            </a:r>
          </a:p>
          <a:p>
            <a:pPr>
              <a:spcBef>
                <a:spcPts val="400"/>
              </a:spcBef>
              <a:defRPr sz="1100">
                <a:solidFill>
                  <a:srgbClr val="A855F7"/>
                </a:solidFill>
                <a:latin typeface="Arial"/>
              </a:defRPr>
            </a:pPr>
            <a:r>
              <a:t>System Expansion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National 112 Control Center Integrations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Direct backend connections to the MHA and police control dispatch rooms to direct patrolling officers in real-time.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Edge-Inference Mobile Deployments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Move YOLOv11 currency checks and voice classification models onto edge-capable mobile devices for offline operation.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Cross-Border Money Trail Analytics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Track international money transfers and overseas caller spoofing endpoints through global intelligence updates.</a:t>
            </a:r>
          </a:p>
          <a:p>
            <a:pPr>
              <a:spcAft>
                <a:spcPts val="200"/>
              </a:spcAft>
              <a:defRPr sz="1400" b="1">
                <a:solidFill>
                  <a:srgbClr val="F8FAFC"/>
                </a:solidFill>
                <a:latin typeface="Arial"/>
              </a:defRPr>
            </a:pPr>
            <a:r>
              <a:t>•  AI Self-Retraining Workflows</a:t>
            </a:r>
          </a:p>
          <a:p>
            <a:pPr>
              <a:spcAft>
                <a:spcPts val="1000"/>
              </a:spcAft>
              <a:defRPr sz="1100">
                <a:solidFill>
                  <a:srgbClr val="94A3B8"/>
                </a:solidFill>
                <a:latin typeface="Arial"/>
              </a:defRPr>
            </a:pPr>
            <a:r>
              <a:t>    Retrain scam detection and graph algorithms automatically as new modus-operandi patterns emerge on the field.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64592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500"/>
              </a:spcAft>
              <a:defRPr sz="5400" b="1">
                <a:solidFill>
                  <a:srgbClr val="06B6D4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Aft>
                <a:spcPts val="2000"/>
              </a:spcAft>
              <a:defRPr sz="2000">
                <a:solidFill>
                  <a:srgbClr val="F8FAFC"/>
                </a:solidFill>
                <a:latin typeface="Arial"/>
              </a:defRPr>
            </a:pPr>
            <a:r>
              <a:t>Questions &amp; Discussions</a:t>
            </a:r>
          </a:p>
          <a:p>
            <a:pPr algn="ctr">
              <a:defRPr sz="1300" b="1">
                <a:solidFill>
                  <a:srgbClr val="A855F7"/>
                </a:solidFill>
                <a:latin typeface="Arial"/>
              </a:defRPr>
            </a:pPr>
            <a:r>
              <a:t>🛡️ SentinelAI: Securing India's Digital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